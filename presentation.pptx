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8" r:id="rId1"/>
  </p:sldMasterIdLst>
  <p:notesMasterIdLst>
    <p:notesMasterId r:id="rId8"/>
  </p:notesMasterIdLst>
  <p:sldIdLst>
    <p:sldId id="256" r:id="rId2"/>
    <p:sldId id="257" r:id="rId3"/>
    <p:sldId id="260" r:id="rId4"/>
    <p:sldId id="261" r:id="rId5"/>
    <p:sldId id="262" r:id="rId6"/>
    <p:sldId id="259" r:id="rId7"/>
  </p:sldIdLst>
  <p:sldSz cx="9144000" cy="5143500" type="screen16x9"/>
  <p:notesSz cx="6858000" cy="9144000"/>
  <p:embeddedFontLst>
    <p:embeddedFont>
      <p:font typeface="Nanum Gothic" panose="020B0604020202020204" charset="-127"/>
      <p:regular r:id="rId9"/>
      <p:bold r:id="rId10"/>
    </p:embeddedFont>
    <p:embeddedFont>
      <p:font typeface="Abhaya Libre" panose="020B0604020202020204" charset="0"/>
      <p:regular r:id="rId11"/>
      <p:bold r:id="rId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A85079-D417-4882-A056-A0803B56C6D2}">
  <a:tblStyle styleId="{97A85079-D417-4882-A056-A0803B56C6D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5" d="100"/>
          <a:sy n="85" d="100"/>
        </p:scale>
        <p:origin x="240"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ae08f917f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ae08f917f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eb01056cd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eb01056cd0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eb01056cd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eb01056cd0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9997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eb01056cd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eb01056cd0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9694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eb01056cd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eb01056cd0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2538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ae08f917f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ae08f917f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7627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0" y="0"/>
            <a:ext cx="9144000" cy="5143500"/>
          </a:xfrm>
          <a:prstGeom prst="rect">
            <a:avLst/>
          </a:prstGeom>
          <a:solidFill>
            <a:schemeClr val="dk1">
              <a:alpha val="458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1371600" y="1657350"/>
            <a:ext cx="6400800" cy="1463100"/>
          </a:xfrm>
          <a:prstGeom prst="rect">
            <a:avLst/>
          </a:prstGeom>
        </p:spPr>
        <p:txBody>
          <a:bodyPr spcFirstLastPara="1" wrap="square" lIns="0" tIns="0" rIns="0" bIns="0" anchor="ctr" anchorCtr="0">
            <a:noAutofit/>
          </a:bodyPr>
          <a:lstStyle>
            <a:lvl1pPr lvl="0" algn="ctr">
              <a:lnSpc>
                <a:spcPct val="80000"/>
              </a:lnSpc>
              <a:spcBef>
                <a:spcPts val="0"/>
              </a:spcBef>
              <a:spcAft>
                <a:spcPts val="0"/>
              </a:spcAft>
              <a:buClr>
                <a:schemeClr val="dk2"/>
              </a:buClr>
              <a:buSzPts val="5200"/>
              <a:buNone/>
              <a:defRPr sz="5200">
                <a:solidFill>
                  <a:schemeClr val="dk2"/>
                </a:solidFill>
              </a:defRPr>
            </a:lvl1pPr>
            <a:lvl2pPr lvl="1" algn="ctr">
              <a:spcBef>
                <a:spcPts val="0"/>
              </a:spcBef>
              <a:spcAft>
                <a:spcPts val="0"/>
              </a:spcAft>
              <a:buClr>
                <a:schemeClr val="dk2"/>
              </a:buClr>
              <a:buSzPts val="5200"/>
              <a:buNone/>
              <a:defRPr sz="5200">
                <a:solidFill>
                  <a:schemeClr val="dk2"/>
                </a:solidFill>
              </a:defRPr>
            </a:lvl2pPr>
            <a:lvl3pPr lvl="2" algn="ctr">
              <a:spcBef>
                <a:spcPts val="0"/>
              </a:spcBef>
              <a:spcAft>
                <a:spcPts val="0"/>
              </a:spcAft>
              <a:buClr>
                <a:schemeClr val="dk2"/>
              </a:buClr>
              <a:buSzPts val="5200"/>
              <a:buNone/>
              <a:defRPr sz="5200">
                <a:solidFill>
                  <a:schemeClr val="dk2"/>
                </a:solidFill>
              </a:defRPr>
            </a:lvl3pPr>
            <a:lvl4pPr lvl="3" algn="ctr">
              <a:spcBef>
                <a:spcPts val="0"/>
              </a:spcBef>
              <a:spcAft>
                <a:spcPts val="0"/>
              </a:spcAft>
              <a:buClr>
                <a:schemeClr val="dk2"/>
              </a:buClr>
              <a:buSzPts val="5200"/>
              <a:buNone/>
              <a:defRPr sz="5200">
                <a:solidFill>
                  <a:schemeClr val="dk2"/>
                </a:solidFill>
              </a:defRPr>
            </a:lvl4pPr>
            <a:lvl5pPr lvl="4" algn="ctr">
              <a:spcBef>
                <a:spcPts val="0"/>
              </a:spcBef>
              <a:spcAft>
                <a:spcPts val="0"/>
              </a:spcAft>
              <a:buClr>
                <a:schemeClr val="dk2"/>
              </a:buClr>
              <a:buSzPts val="5200"/>
              <a:buNone/>
              <a:defRPr sz="5200">
                <a:solidFill>
                  <a:schemeClr val="dk2"/>
                </a:solidFill>
              </a:defRPr>
            </a:lvl5pPr>
            <a:lvl6pPr lvl="5" algn="ctr">
              <a:spcBef>
                <a:spcPts val="0"/>
              </a:spcBef>
              <a:spcAft>
                <a:spcPts val="0"/>
              </a:spcAft>
              <a:buClr>
                <a:schemeClr val="dk2"/>
              </a:buClr>
              <a:buSzPts val="5200"/>
              <a:buNone/>
              <a:defRPr sz="5200">
                <a:solidFill>
                  <a:schemeClr val="dk2"/>
                </a:solidFill>
              </a:defRPr>
            </a:lvl6pPr>
            <a:lvl7pPr lvl="6" algn="ctr">
              <a:spcBef>
                <a:spcPts val="0"/>
              </a:spcBef>
              <a:spcAft>
                <a:spcPts val="0"/>
              </a:spcAft>
              <a:buClr>
                <a:schemeClr val="dk2"/>
              </a:buClr>
              <a:buSzPts val="5200"/>
              <a:buNone/>
              <a:defRPr sz="5200">
                <a:solidFill>
                  <a:schemeClr val="dk2"/>
                </a:solidFill>
              </a:defRPr>
            </a:lvl7pPr>
            <a:lvl8pPr lvl="7" algn="ctr">
              <a:spcBef>
                <a:spcPts val="0"/>
              </a:spcBef>
              <a:spcAft>
                <a:spcPts val="0"/>
              </a:spcAft>
              <a:buClr>
                <a:schemeClr val="dk2"/>
              </a:buClr>
              <a:buSzPts val="5200"/>
              <a:buNone/>
              <a:defRPr sz="5200">
                <a:solidFill>
                  <a:schemeClr val="dk2"/>
                </a:solidFill>
              </a:defRPr>
            </a:lvl8pPr>
            <a:lvl9pPr lvl="8" algn="ctr">
              <a:spcBef>
                <a:spcPts val="0"/>
              </a:spcBef>
              <a:spcAft>
                <a:spcPts val="0"/>
              </a:spcAft>
              <a:buClr>
                <a:schemeClr val="dk2"/>
              </a:buClr>
              <a:buSzPts val="5200"/>
              <a:buNone/>
              <a:defRPr sz="5200">
                <a:solidFill>
                  <a:schemeClr val="dk2"/>
                </a:solidFill>
              </a:defRPr>
            </a:lvl9pPr>
          </a:lstStyle>
          <a:p>
            <a:endParaRPr/>
          </a:p>
        </p:txBody>
      </p:sp>
      <p:sp>
        <p:nvSpPr>
          <p:cNvPr id="11" name="Google Shape;11;p2"/>
          <p:cNvSpPr txBox="1">
            <a:spLocks noGrp="1"/>
          </p:cNvSpPr>
          <p:nvPr>
            <p:ph type="subTitle" idx="1"/>
          </p:nvPr>
        </p:nvSpPr>
        <p:spPr>
          <a:xfrm>
            <a:off x="2455750" y="3784050"/>
            <a:ext cx="4173600" cy="426600"/>
          </a:xfrm>
          <a:prstGeom prst="rect">
            <a:avLst/>
          </a:prstGeom>
        </p:spPr>
        <p:txBody>
          <a:bodyPr spcFirstLastPara="1" wrap="square" lIns="0" tIns="0" rIns="0" bIns="0" anchor="ctr" anchorCtr="0">
            <a:noAutofit/>
          </a:bodyPr>
          <a:lstStyle>
            <a:lvl1pPr lvl="0" algn="ctr">
              <a:lnSpc>
                <a:spcPct val="100000"/>
              </a:lnSpc>
              <a:spcBef>
                <a:spcPts val="0"/>
              </a:spcBef>
              <a:spcAft>
                <a:spcPts val="0"/>
              </a:spcAft>
              <a:buSzPts val="2800"/>
              <a:buNone/>
              <a:defRPr>
                <a:solidFill>
                  <a:schemeClr val="dk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720000" y="395625"/>
            <a:ext cx="7704000" cy="457200"/>
          </a:xfrm>
          <a:prstGeom prst="rect">
            <a:avLst/>
          </a:prstGeom>
        </p:spPr>
        <p:txBody>
          <a:bodyPr spcFirstLastPara="1" wrap="square" lIns="0" tIns="0" rIns="0" bIns="0" anchor="t" anchorCtr="0">
            <a:noAutofit/>
          </a:bodyPr>
          <a:lstStyle>
            <a:lvl1pPr lvl="0">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720000" y="1072825"/>
            <a:ext cx="7704000" cy="3530400"/>
          </a:xfrm>
          <a:prstGeom prst="rect">
            <a:avLst/>
          </a:prstGeom>
        </p:spPr>
        <p:txBody>
          <a:bodyPr spcFirstLastPara="1" wrap="square" lIns="0" tIns="0" rIns="0" bIns="0" anchor="ctr" anchorCtr="0">
            <a:noAutofit/>
          </a:bodyPr>
          <a:lstStyle>
            <a:lvl1pPr marL="457200" lvl="0" indent="-304800">
              <a:lnSpc>
                <a:spcPct val="100000"/>
              </a:lnSpc>
              <a:spcBef>
                <a:spcPts val="0"/>
              </a:spcBef>
              <a:spcAft>
                <a:spcPts val="0"/>
              </a:spcAft>
              <a:buClr>
                <a:schemeClr val="dk1"/>
              </a:buClr>
              <a:buSzPts val="1200"/>
              <a:buAutoNum type="arabicPeriod"/>
              <a:defRPr sz="1100"/>
            </a:lvl1pPr>
            <a:lvl2pPr marL="914400" lvl="1" indent="-304800">
              <a:spcBef>
                <a:spcPts val="1600"/>
              </a:spcBef>
              <a:spcAft>
                <a:spcPts val="0"/>
              </a:spcAft>
              <a:buClr>
                <a:srgbClr val="434343"/>
              </a:buClr>
              <a:buSzPts val="1200"/>
              <a:buFont typeface="Roboto Condensed Light"/>
              <a:buAutoNum type="alphaLcPeriod"/>
              <a:defRPr/>
            </a:lvl2pPr>
            <a:lvl3pPr marL="1371600" lvl="2" indent="-304800">
              <a:spcBef>
                <a:spcPts val="1600"/>
              </a:spcBef>
              <a:spcAft>
                <a:spcPts val="0"/>
              </a:spcAft>
              <a:buClr>
                <a:srgbClr val="434343"/>
              </a:buClr>
              <a:buSzPts val="1200"/>
              <a:buFont typeface="Roboto Condensed Light"/>
              <a:buAutoNum type="romanLcPeriod"/>
              <a:defRPr/>
            </a:lvl3pPr>
            <a:lvl4pPr marL="1828800" lvl="3" indent="-304800">
              <a:spcBef>
                <a:spcPts val="1600"/>
              </a:spcBef>
              <a:spcAft>
                <a:spcPts val="0"/>
              </a:spcAft>
              <a:buClr>
                <a:srgbClr val="434343"/>
              </a:buClr>
              <a:buSzPts val="1200"/>
              <a:buFont typeface="Roboto Condensed Light"/>
              <a:buAutoNum type="arabicPeriod"/>
              <a:defRPr/>
            </a:lvl4pPr>
            <a:lvl5pPr marL="2286000" lvl="4" indent="-304800">
              <a:spcBef>
                <a:spcPts val="1600"/>
              </a:spcBef>
              <a:spcAft>
                <a:spcPts val="0"/>
              </a:spcAft>
              <a:buClr>
                <a:srgbClr val="434343"/>
              </a:buClr>
              <a:buSzPts val="1200"/>
              <a:buFont typeface="Roboto Condensed Light"/>
              <a:buAutoNum type="alphaLcPeriod"/>
              <a:defRPr/>
            </a:lvl5pPr>
            <a:lvl6pPr marL="2743200" lvl="5" indent="-304800">
              <a:spcBef>
                <a:spcPts val="1600"/>
              </a:spcBef>
              <a:spcAft>
                <a:spcPts val="0"/>
              </a:spcAft>
              <a:buClr>
                <a:srgbClr val="434343"/>
              </a:buClr>
              <a:buSzPts val="1200"/>
              <a:buFont typeface="Roboto Condensed Light"/>
              <a:buAutoNum type="romanLcPeriod"/>
              <a:defRPr/>
            </a:lvl6pPr>
            <a:lvl7pPr marL="3200400" lvl="6" indent="-304800">
              <a:spcBef>
                <a:spcPts val="1600"/>
              </a:spcBef>
              <a:spcAft>
                <a:spcPts val="0"/>
              </a:spcAft>
              <a:buClr>
                <a:srgbClr val="434343"/>
              </a:buClr>
              <a:buSzPts val="1200"/>
              <a:buFont typeface="Roboto Condensed Light"/>
              <a:buAutoNum type="arabicPeriod"/>
              <a:defRPr/>
            </a:lvl7pPr>
            <a:lvl8pPr marL="3657600" lvl="7" indent="-304800">
              <a:spcBef>
                <a:spcPts val="1600"/>
              </a:spcBef>
              <a:spcAft>
                <a:spcPts val="0"/>
              </a:spcAft>
              <a:buClr>
                <a:srgbClr val="434343"/>
              </a:buClr>
              <a:buSzPts val="1200"/>
              <a:buFont typeface="Roboto Condensed Light"/>
              <a:buAutoNum type="alphaLcPeriod"/>
              <a:defRPr/>
            </a:lvl8pPr>
            <a:lvl9pPr marL="4114800" lvl="8" indent="-304800">
              <a:spcBef>
                <a:spcPts val="1600"/>
              </a:spcBef>
              <a:spcAft>
                <a:spcPts val="1600"/>
              </a:spcAft>
              <a:buClr>
                <a:srgbClr val="434343"/>
              </a:buClr>
              <a:buSzPts val="1200"/>
              <a:buFont typeface="Roboto Condensed Light"/>
              <a:buAutoNum type="romanLcPeriod"/>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5"/>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35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23">
    <p:bg>
      <p:bgPr>
        <a:solidFill>
          <a:schemeClr val="lt1"/>
        </a:solidFill>
        <a:effectLst/>
      </p:bgPr>
    </p:bg>
    <p:spTree>
      <p:nvGrpSpPr>
        <p:cNvPr id="1" name="Shape 352"/>
        <p:cNvGrpSpPr/>
        <p:nvPr/>
      </p:nvGrpSpPr>
      <p:grpSpPr>
        <a:xfrm>
          <a:off x="0" y="0"/>
          <a:ext cx="0" cy="0"/>
          <a:chOff x="0" y="0"/>
          <a:chExt cx="0" cy="0"/>
        </a:xfrm>
      </p:grpSpPr>
      <p:cxnSp>
        <p:nvCxnSpPr>
          <p:cNvPr id="353" name="Google Shape;353;p49"/>
          <p:cNvCxnSpPr/>
          <p:nvPr/>
        </p:nvCxnSpPr>
        <p:spPr>
          <a:xfrm rot="10800000">
            <a:off x="713175" y="269100"/>
            <a:ext cx="7729800" cy="0"/>
          </a:xfrm>
          <a:prstGeom prst="straightConnector1">
            <a:avLst/>
          </a:prstGeom>
          <a:noFill/>
          <a:ln w="9525" cap="flat" cmpd="sng">
            <a:solidFill>
              <a:schemeClr val="dk1"/>
            </a:solidFill>
            <a:prstDash val="solid"/>
            <a:round/>
            <a:headEnd type="none" w="med" len="med"/>
            <a:tailEnd type="none" w="med" len="med"/>
          </a:ln>
        </p:spPr>
      </p:cxnSp>
      <p:cxnSp>
        <p:nvCxnSpPr>
          <p:cNvPr id="354" name="Google Shape;354;p49"/>
          <p:cNvCxnSpPr/>
          <p:nvPr/>
        </p:nvCxnSpPr>
        <p:spPr>
          <a:xfrm>
            <a:off x="713175" y="4874250"/>
            <a:ext cx="7723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389350"/>
            <a:ext cx="7704000" cy="572700"/>
          </a:xfrm>
          <a:prstGeom prst="rect">
            <a:avLst/>
          </a:prstGeom>
          <a:noFill/>
          <a:ln>
            <a:noFill/>
          </a:ln>
        </p:spPr>
        <p:txBody>
          <a:bodyPr spcFirstLastPara="1" wrap="square" lIns="0" tIns="0" rIns="0" bIns="0" anchor="ctr" anchorCtr="0">
            <a:noAutofit/>
          </a:bodyPr>
          <a:lstStyle>
            <a:lvl1pPr lvl="0">
              <a:spcBef>
                <a:spcPts val="0"/>
              </a:spcBef>
              <a:spcAft>
                <a:spcPts val="0"/>
              </a:spcAft>
              <a:buClr>
                <a:schemeClr val="dk1"/>
              </a:buClr>
              <a:buSzPts val="3000"/>
              <a:buFont typeface="Abhaya Libre"/>
              <a:buNone/>
              <a:defRPr sz="3000" b="1">
                <a:solidFill>
                  <a:schemeClr val="dk1"/>
                </a:solidFill>
                <a:latin typeface="Abhaya Libre"/>
                <a:ea typeface="Abhaya Libre"/>
                <a:cs typeface="Abhaya Libre"/>
                <a:sym typeface="Abhaya Libre"/>
              </a:defRPr>
            </a:lvl1pPr>
            <a:lvl2pPr lvl="1">
              <a:spcBef>
                <a:spcPts val="0"/>
              </a:spcBef>
              <a:spcAft>
                <a:spcPts val="0"/>
              </a:spcAft>
              <a:buClr>
                <a:schemeClr val="dk1"/>
              </a:buClr>
              <a:buSzPts val="2800"/>
              <a:buFont typeface="Abhaya Libre"/>
              <a:buNone/>
              <a:defRPr sz="2800">
                <a:solidFill>
                  <a:schemeClr val="dk1"/>
                </a:solidFill>
                <a:latin typeface="Abhaya Libre"/>
                <a:ea typeface="Abhaya Libre"/>
                <a:cs typeface="Abhaya Libre"/>
                <a:sym typeface="Abhaya Libre"/>
              </a:defRPr>
            </a:lvl2pPr>
            <a:lvl3pPr lvl="2">
              <a:spcBef>
                <a:spcPts val="0"/>
              </a:spcBef>
              <a:spcAft>
                <a:spcPts val="0"/>
              </a:spcAft>
              <a:buClr>
                <a:schemeClr val="dk1"/>
              </a:buClr>
              <a:buSzPts val="2800"/>
              <a:buFont typeface="Abhaya Libre"/>
              <a:buNone/>
              <a:defRPr sz="2800">
                <a:solidFill>
                  <a:schemeClr val="dk1"/>
                </a:solidFill>
                <a:latin typeface="Abhaya Libre"/>
                <a:ea typeface="Abhaya Libre"/>
                <a:cs typeface="Abhaya Libre"/>
                <a:sym typeface="Abhaya Libre"/>
              </a:defRPr>
            </a:lvl3pPr>
            <a:lvl4pPr lvl="3">
              <a:spcBef>
                <a:spcPts val="0"/>
              </a:spcBef>
              <a:spcAft>
                <a:spcPts val="0"/>
              </a:spcAft>
              <a:buClr>
                <a:schemeClr val="dk1"/>
              </a:buClr>
              <a:buSzPts val="2800"/>
              <a:buFont typeface="Abhaya Libre"/>
              <a:buNone/>
              <a:defRPr sz="2800">
                <a:solidFill>
                  <a:schemeClr val="dk1"/>
                </a:solidFill>
                <a:latin typeface="Abhaya Libre"/>
                <a:ea typeface="Abhaya Libre"/>
                <a:cs typeface="Abhaya Libre"/>
                <a:sym typeface="Abhaya Libre"/>
              </a:defRPr>
            </a:lvl4pPr>
            <a:lvl5pPr lvl="4">
              <a:spcBef>
                <a:spcPts val="0"/>
              </a:spcBef>
              <a:spcAft>
                <a:spcPts val="0"/>
              </a:spcAft>
              <a:buClr>
                <a:schemeClr val="dk1"/>
              </a:buClr>
              <a:buSzPts val="2800"/>
              <a:buFont typeface="Abhaya Libre"/>
              <a:buNone/>
              <a:defRPr sz="2800">
                <a:solidFill>
                  <a:schemeClr val="dk1"/>
                </a:solidFill>
                <a:latin typeface="Abhaya Libre"/>
                <a:ea typeface="Abhaya Libre"/>
                <a:cs typeface="Abhaya Libre"/>
                <a:sym typeface="Abhaya Libre"/>
              </a:defRPr>
            </a:lvl5pPr>
            <a:lvl6pPr lvl="5">
              <a:spcBef>
                <a:spcPts val="0"/>
              </a:spcBef>
              <a:spcAft>
                <a:spcPts val="0"/>
              </a:spcAft>
              <a:buClr>
                <a:schemeClr val="dk1"/>
              </a:buClr>
              <a:buSzPts val="2800"/>
              <a:buFont typeface="Abhaya Libre"/>
              <a:buNone/>
              <a:defRPr sz="2800">
                <a:solidFill>
                  <a:schemeClr val="dk1"/>
                </a:solidFill>
                <a:latin typeface="Abhaya Libre"/>
                <a:ea typeface="Abhaya Libre"/>
                <a:cs typeface="Abhaya Libre"/>
                <a:sym typeface="Abhaya Libre"/>
              </a:defRPr>
            </a:lvl6pPr>
            <a:lvl7pPr lvl="6">
              <a:spcBef>
                <a:spcPts val="0"/>
              </a:spcBef>
              <a:spcAft>
                <a:spcPts val="0"/>
              </a:spcAft>
              <a:buClr>
                <a:schemeClr val="dk1"/>
              </a:buClr>
              <a:buSzPts val="2800"/>
              <a:buFont typeface="Abhaya Libre"/>
              <a:buNone/>
              <a:defRPr sz="2800">
                <a:solidFill>
                  <a:schemeClr val="dk1"/>
                </a:solidFill>
                <a:latin typeface="Abhaya Libre"/>
                <a:ea typeface="Abhaya Libre"/>
                <a:cs typeface="Abhaya Libre"/>
                <a:sym typeface="Abhaya Libre"/>
              </a:defRPr>
            </a:lvl7pPr>
            <a:lvl8pPr lvl="7">
              <a:spcBef>
                <a:spcPts val="0"/>
              </a:spcBef>
              <a:spcAft>
                <a:spcPts val="0"/>
              </a:spcAft>
              <a:buClr>
                <a:schemeClr val="dk1"/>
              </a:buClr>
              <a:buSzPts val="2800"/>
              <a:buFont typeface="Abhaya Libre"/>
              <a:buNone/>
              <a:defRPr sz="2800">
                <a:solidFill>
                  <a:schemeClr val="dk1"/>
                </a:solidFill>
                <a:latin typeface="Abhaya Libre"/>
                <a:ea typeface="Abhaya Libre"/>
                <a:cs typeface="Abhaya Libre"/>
                <a:sym typeface="Abhaya Libre"/>
              </a:defRPr>
            </a:lvl8pPr>
            <a:lvl9pPr lvl="8">
              <a:spcBef>
                <a:spcPts val="0"/>
              </a:spcBef>
              <a:spcAft>
                <a:spcPts val="0"/>
              </a:spcAft>
              <a:buClr>
                <a:schemeClr val="dk1"/>
              </a:buClr>
              <a:buSzPts val="2800"/>
              <a:buFont typeface="Abhaya Libre"/>
              <a:buNone/>
              <a:defRPr sz="2800">
                <a:solidFill>
                  <a:schemeClr val="dk1"/>
                </a:solidFill>
                <a:latin typeface="Abhaya Libre"/>
                <a:ea typeface="Abhaya Libre"/>
                <a:cs typeface="Abhaya Libre"/>
                <a:sym typeface="Abhaya Libre"/>
              </a:defRPr>
            </a:lvl9pPr>
          </a:lstStyle>
          <a:p>
            <a:endParaRPr/>
          </a:p>
        </p:txBody>
      </p:sp>
      <p:sp>
        <p:nvSpPr>
          <p:cNvPr id="7" name="Google Shape;7;p1"/>
          <p:cNvSpPr txBox="1">
            <a:spLocks noGrp="1"/>
          </p:cNvSpPr>
          <p:nvPr>
            <p:ph type="body" idx="1"/>
          </p:nvPr>
        </p:nvSpPr>
        <p:spPr>
          <a:xfrm>
            <a:off x="720000" y="1152475"/>
            <a:ext cx="7704000" cy="3452700"/>
          </a:xfrm>
          <a:prstGeom prst="rect">
            <a:avLst/>
          </a:prstGeom>
          <a:noFill/>
          <a:ln>
            <a:noFill/>
          </a:ln>
        </p:spPr>
        <p:txBody>
          <a:bodyPr spcFirstLastPara="1" wrap="square" lIns="0" tIns="0" rIns="0" bIns="0" anchor="ctr" anchorCtr="0">
            <a:noAutofit/>
          </a:bodyPr>
          <a:lstStyle>
            <a:lvl1pPr marL="457200" lvl="0" indent="-330200">
              <a:lnSpc>
                <a:spcPct val="115000"/>
              </a:lnSpc>
              <a:spcBef>
                <a:spcPts val="0"/>
              </a:spcBef>
              <a:spcAft>
                <a:spcPts val="0"/>
              </a:spcAft>
              <a:buClr>
                <a:schemeClr val="dk1"/>
              </a:buClr>
              <a:buSzPts val="1600"/>
              <a:buFont typeface="Nanum Gothic"/>
              <a:buChar char="●"/>
              <a:defRPr sz="1600">
                <a:solidFill>
                  <a:schemeClr val="dk1"/>
                </a:solidFill>
                <a:latin typeface="Nanum Gothic"/>
                <a:ea typeface="Nanum Gothic"/>
                <a:cs typeface="Nanum Gothic"/>
                <a:sym typeface="Nanum Gothic"/>
              </a:defRPr>
            </a:lvl1pPr>
            <a:lvl2pPr marL="914400" lvl="1" indent="-330200">
              <a:lnSpc>
                <a:spcPct val="115000"/>
              </a:lnSpc>
              <a:spcBef>
                <a:spcPts val="1600"/>
              </a:spcBef>
              <a:spcAft>
                <a:spcPts val="0"/>
              </a:spcAft>
              <a:buClr>
                <a:schemeClr val="dk1"/>
              </a:buClr>
              <a:buSzPts val="1600"/>
              <a:buFont typeface="Nanum Gothic"/>
              <a:buChar char="○"/>
              <a:defRPr sz="1600">
                <a:solidFill>
                  <a:schemeClr val="dk1"/>
                </a:solidFill>
                <a:latin typeface="Nanum Gothic"/>
                <a:ea typeface="Nanum Gothic"/>
                <a:cs typeface="Nanum Gothic"/>
                <a:sym typeface="Nanum Gothic"/>
              </a:defRPr>
            </a:lvl2pPr>
            <a:lvl3pPr marL="1371600" lvl="2" indent="-330200">
              <a:lnSpc>
                <a:spcPct val="115000"/>
              </a:lnSpc>
              <a:spcBef>
                <a:spcPts val="1600"/>
              </a:spcBef>
              <a:spcAft>
                <a:spcPts val="0"/>
              </a:spcAft>
              <a:buClr>
                <a:schemeClr val="dk1"/>
              </a:buClr>
              <a:buSzPts val="1600"/>
              <a:buFont typeface="Nanum Gothic"/>
              <a:buChar char="■"/>
              <a:defRPr sz="1600">
                <a:solidFill>
                  <a:schemeClr val="dk1"/>
                </a:solidFill>
                <a:latin typeface="Nanum Gothic"/>
                <a:ea typeface="Nanum Gothic"/>
                <a:cs typeface="Nanum Gothic"/>
                <a:sym typeface="Nanum Gothic"/>
              </a:defRPr>
            </a:lvl3pPr>
            <a:lvl4pPr marL="1828800" lvl="3" indent="-330200">
              <a:lnSpc>
                <a:spcPct val="115000"/>
              </a:lnSpc>
              <a:spcBef>
                <a:spcPts val="1600"/>
              </a:spcBef>
              <a:spcAft>
                <a:spcPts val="0"/>
              </a:spcAft>
              <a:buClr>
                <a:schemeClr val="dk1"/>
              </a:buClr>
              <a:buSzPts val="1600"/>
              <a:buFont typeface="Nanum Gothic"/>
              <a:buChar char="●"/>
              <a:defRPr sz="1600">
                <a:solidFill>
                  <a:schemeClr val="dk1"/>
                </a:solidFill>
                <a:latin typeface="Nanum Gothic"/>
                <a:ea typeface="Nanum Gothic"/>
                <a:cs typeface="Nanum Gothic"/>
                <a:sym typeface="Nanum Gothic"/>
              </a:defRPr>
            </a:lvl4pPr>
            <a:lvl5pPr marL="2286000" lvl="4" indent="-330200">
              <a:lnSpc>
                <a:spcPct val="115000"/>
              </a:lnSpc>
              <a:spcBef>
                <a:spcPts val="1600"/>
              </a:spcBef>
              <a:spcAft>
                <a:spcPts val="0"/>
              </a:spcAft>
              <a:buClr>
                <a:schemeClr val="dk1"/>
              </a:buClr>
              <a:buSzPts val="1600"/>
              <a:buFont typeface="Nanum Gothic"/>
              <a:buChar char="○"/>
              <a:defRPr sz="1600">
                <a:solidFill>
                  <a:schemeClr val="dk1"/>
                </a:solidFill>
                <a:latin typeface="Nanum Gothic"/>
                <a:ea typeface="Nanum Gothic"/>
                <a:cs typeface="Nanum Gothic"/>
                <a:sym typeface="Nanum Gothic"/>
              </a:defRPr>
            </a:lvl5pPr>
            <a:lvl6pPr marL="2743200" lvl="5" indent="-330200">
              <a:lnSpc>
                <a:spcPct val="115000"/>
              </a:lnSpc>
              <a:spcBef>
                <a:spcPts val="1600"/>
              </a:spcBef>
              <a:spcAft>
                <a:spcPts val="0"/>
              </a:spcAft>
              <a:buClr>
                <a:schemeClr val="dk1"/>
              </a:buClr>
              <a:buSzPts val="1600"/>
              <a:buFont typeface="Nanum Gothic"/>
              <a:buChar char="■"/>
              <a:defRPr sz="1600">
                <a:solidFill>
                  <a:schemeClr val="dk1"/>
                </a:solidFill>
                <a:latin typeface="Nanum Gothic"/>
                <a:ea typeface="Nanum Gothic"/>
                <a:cs typeface="Nanum Gothic"/>
                <a:sym typeface="Nanum Gothic"/>
              </a:defRPr>
            </a:lvl6pPr>
            <a:lvl7pPr marL="3200400" lvl="6" indent="-330200">
              <a:lnSpc>
                <a:spcPct val="115000"/>
              </a:lnSpc>
              <a:spcBef>
                <a:spcPts val="1600"/>
              </a:spcBef>
              <a:spcAft>
                <a:spcPts val="0"/>
              </a:spcAft>
              <a:buClr>
                <a:schemeClr val="dk1"/>
              </a:buClr>
              <a:buSzPts val="1600"/>
              <a:buFont typeface="Nanum Gothic"/>
              <a:buChar char="●"/>
              <a:defRPr sz="1600">
                <a:solidFill>
                  <a:schemeClr val="dk1"/>
                </a:solidFill>
                <a:latin typeface="Nanum Gothic"/>
                <a:ea typeface="Nanum Gothic"/>
                <a:cs typeface="Nanum Gothic"/>
                <a:sym typeface="Nanum Gothic"/>
              </a:defRPr>
            </a:lvl7pPr>
            <a:lvl8pPr marL="3657600" lvl="7" indent="-330200">
              <a:lnSpc>
                <a:spcPct val="115000"/>
              </a:lnSpc>
              <a:spcBef>
                <a:spcPts val="1600"/>
              </a:spcBef>
              <a:spcAft>
                <a:spcPts val="0"/>
              </a:spcAft>
              <a:buClr>
                <a:schemeClr val="dk1"/>
              </a:buClr>
              <a:buSzPts val="1600"/>
              <a:buFont typeface="Nanum Gothic"/>
              <a:buChar char="○"/>
              <a:defRPr sz="1600">
                <a:solidFill>
                  <a:schemeClr val="dk1"/>
                </a:solidFill>
                <a:latin typeface="Nanum Gothic"/>
                <a:ea typeface="Nanum Gothic"/>
                <a:cs typeface="Nanum Gothic"/>
                <a:sym typeface="Nanum Gothic"/>
              </a:defRPr>
            </a:lvl8pPr>
            <a:lvl9pPr marL="4114800" lvl="8" indent="-330200">
              <a:lnSpc>
                <a:spcPct val="115000"/>
              </a:lnSpc>
              <a:spcBef>
                <a:spcPts val="1600"/>
              </a:spcBef>
              <a:spcAft>
                <a:spcPts val="1600"/>
              </a:spcAft>
              <a:buClr>
                <a:schemeClr val="dk1"/>
              </a:buClr>
              <a:buSzPts val="1600"/>
              <a:buFont typeface="Nanum Gothic"/>
              <a:buChar char="■"/>
              <a:defRPr sz="1600">
                <a:solidFill>
                  <a:schemeClr val="dk1"/>
                </a:solidFill>
                <a:latin typeface="Nanum Gothic"/>
                <a:ea typeface="Nanum Gothic"/>
                <a:cs typeface="Nanum Gothic"/>
                <a:sym typeface="Nanum Gothic"/>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8" r:id="rId3"/>
    <p:sldLayoutId id="2147483694" r:id="rId4"/>
    <p:sldLayoutId id="214748369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Shape 366"/>
        <p:cNvGrpSpPr/>
        <p:nvPr/>
      </p:nvGrpSpPr>
      <p:grpSpPr>
        <a:xfrm>
          <a:off x="0" y="0"/>
          <a:ext cx="0" cy="0"/>
          <a:chOff x="0" y="0"/>
          <a:chExt cx="0" cy="0"/>
        </a:xfrm>
      </p:grpSpPr>
      <p:sp>
        <p:nvSpPr>
          <p:cNvPr id="368" name="Google Shape;368;p54"/>
          <p:cNvSpPr txBox="1">
            <a:spLocks noGrp="1"/>
          </p:cNvSpPr>
          <p:nvPr>
            <p:ph type="ctrTitle"/>
          </p:nvPr>
        </p:nvSpPr>
        <p:spPr>
          <a:xfrm>
            <a:off x="1371600" y="1747662"/>
            <a:ext cx="6400800" cy="1463675"/>
          </a:xfrm>
        </p:spPr>
        <p:txBody>
          <a:bodyPr spcFirstLastPara="1" wrap="square" lIns="0" tIns="0" rIns="0" bIns="0" anchor="ctr" anchorCtr="0">
            <a:noAutofit/>
          </a:bodyPr>
          <a:lstStyle/>
          <a:p>
            <a:pPr lvl="0"/>
            <a:r>
              <a:rPr lang="en-IN" sz="6000" dirty="0"/>
              <a:t>Radha Farm</a:t>
            </a:r>
          </a:p>
        </p:txBody>
      </p:sp>
      <p:cxnSp>
        <p:nvCxnSpPr>
          <p:cNvPr id="371" name="Google Shape;371;p54"/>
          <p:cNvCxnSpPr>
            <a:cxnSpLocks/>
          </p:cNvCxnSpPr>
          <p:nvPr/>
        </p:nvCxnSpPr>
        <p:spPr>
          <a:xfrm flipH="1">
            <a:off x="713275" y="269082"/>
            <a:ext cx="7698888" cy="18"/>
          </a:xfrm>
          <a:prstGeom prst="straightConnector1">
            <a:avLst/>
          </a:prstGeom>
          <a:noFill/>
          <a:ln w="9525" cap="flat" cmpd="sng">
            <a:solidFill>
              <a:schemeClr val="dk2"/>
            </a:solidFill>
            <a:prstDash val="solid"/>
            <a:round/>
            <a:headEnd type="none" w="med" len="med"/>
            <a:tailEnd type="none" w="med" len="med"/>
          </a:ln>
        </p:spPr>
      </p:cxnSp>
      <p:cxnSp>
        <p:nvCxnSpPr>
          <p:cNvPr id="373" name="Google Shape;373;p54"/>
          <p:cNvCxnSpPr>
            <a:cxnSpLocks/>
          </p:cNvCxnSpPr>
          <p:nvPr/>
        </p:nvCxnSpPr>
        <p:spPr>
          <a:xfrm flipV="1">
            <a:off x="731838" y="4874250"/>
            <a:ext cx="7697087" cy="169"/>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5"/>
          <p:cNvSpPr txBox="1">
            <a:spLocks noGrp="1"/>
          </p:cNvSpPr>
          <p:nvPr>
            <p:ph type="title"/>
          </p:nvPr>
        </p:nvSpPr>
        <p:spPr>
          <a:xfrm>
            <a:off x="720000" y="395625"/>
            <a:ext cx="7704000" cy="4572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dirty="0"/>
              <a:t>Abstract</a:t>
            </a:r>
            <a:br>
              <a:rPr lang="en" dirty="0"/>
            </a:br>
            <a:endParaRPr dirty="0"/>
          </a:p>
        </p:txBody>
      </p:sp>
      <p:cxnSp>
        <p:nvCxnSpPr>
          <p:cNvPr id="381" name="Google Shape;381;p55"/>
          <p:cNvCxnSpPr>
            <a:cxnSpLocks/>
          </p:cNvCxnSpPr>
          <p:nvPr/>
        </p:nvCxnSpPr>
        <p:spPr>
          <a:xfrm rot="10800000">
            <a:off x="713275" y="269100"/>
            <a:ext cx="6986100" cy="0"/>
          </a:xfrm>
          <a:prstGeom prst="straightConnector1">
            <a:avLst/>
          </a:prstGeom>
          <a:noFill/>
          <a:ln w="9525" cap="flat" cmpd="sng">
            <a:solidFill>
              <a:schemeClr val="dk1"/>
            </a:solidFill>
            <a:prstDash val="solid"/>
            <a:round/>
            <a:headEnd type="none" w="med" len="med"/>
            <a:tailEnd type="none" w="med" len="med"/>
          </a:ln>
        </p:spPr>
      </p:cxnSp>
      <p:cxnSp>
        <p:nvCxnSpPr>
          <p:cNvPr id="383" name="Google Shape;383;p55"/>
          <p:cNvCxnSpPr>
            <a:cxnSpLocks/>
          </p:cNvCxnSpPr>
          <p:nvPr/>
        </p:nvCxnSpPr>
        <p:spPr>
          <a:xfrm>
            <a:off x="981778" y="4874250"/>
            <a:ext cx="6984300" cy="0"/>
          </a:xfrm>
          <a:prstGeom prst="straightConnector1">
            <a:avLst/>
          </a:prstGeom>
          <a:noFill/>
          <a:ln w="9525" cap="flat" cmpd="sng">
            <a:solidFill>
              <a:schemeClr val="dk1"/>
            </a:solidFill>
            <a:prstDash val="solid"/>
            <a:round/>
            <a:headEnd type="none" w="med" len="med"/>
            <a:tailEnd type="none" w="med" len="med"/>
          </a:ln>
        </p:spPr>
      </p:cxnSp>
      <p:sp>
        <p:nvSpPr>
          <p:cNvPr id="384" name="Google Shape;384;p55">
            <a:hlinkClick r:id="rId3" action="ppaction://hlinksldjump"/>
          </p:cNvPr>
          <p:cNvSpPr/>
          <p:nvPr/>
        </p:nvSpPr>
        <p:spPr>
          <a:xfrm>
            <a:off x="8753166" y="2452039"/>
            <a:ext cx="222000" cy="2220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55">
            <a:hlinkClick r:id="rId3" action="ppaction://hlinksldjump"/>
          </p:cNvPr>
          <p:cNvSpPr/>
          <p:nvPr/>
        </p:nvSpPr>
        <p:spPr>
          <a:xfrm>
            <a:off x="8800034" y="2500037"/>
            <a:ext cx="128263" cy="126003"/>
          </a:xfrm>
          <a:custGeom>
            <a:avLst/>
            <a:gdLst/>
            <a:ahLst/>
            <a:cxnLst/>
            <a:rect l="l" t="t" r="r" b="b"/>
            <a:pathLst>
              <a:path w="212885" h="209134" extrusionOk="0">
                <a:moveTo>
                  <a:pt x="106442" y="0"/>
                </a:moveTo>
                <a:cubicBezTo>
                  <a:pt x="101296" y="0"/>
                  <a:pt x="96467" y="2010"/>
                  <a:pt x="92840" y="5637"/>
                </a:cubicBezTo>
                <a:lnTo>
                  <a:pt x="7574" y="90903"/>
                </a:lnTo>
                <a:cubicBezTo>
                  <a:pt x="7525" y="90928"/>
                  <a:pt x="7501" y="90977"/>
                  <a:pt x="7476" y="91001"/>
                </a:cubicBezTo>
                <a:cubicBezTo>
                  <a:pt x="1" y="98501"/>
                  <a:pt x="25" y="110682"/>
                  <a:pt x="7525" y="118181"/>
                </a:cubicBezTo>
                <a:cubicBezTo>
                  <a:pt x="10932" y="121613"/>
                  <a:pt x="15466" y="123598"/>
                  <a:pt x="20294" y="123794"/>
                </a:cubicBezTo>
                <a:cubicBezTo>
                  <a:pt x="20490" y="123818"/>
                  <a:pt x="20686" y="123818"/>
                  <a:pt x="20882" y="123818"/>
                </a:cubicBezTo>
                <a:lnTo>
                  <a:pt x="24289" y="123818"/>
                </a:lnTo>
                <a:lnTo>
                  <a:pt x="24289" y="186610"/>
                </a:lnTo>
                <a:cubicBezTo>
                  <a:pt x="24289" y="199036"/>
                  <a:pt x="34387" y="209133"/>
                  <a:pt x="46813" y="209133"/>
                </a:cubicBezTo>
                <a:lnTo>
                  <a:pt x="80194" y="209133"/>
                </a:lnTo>
                <a:cubicBezTo>
                  <a:pt x="83576" y="209133"/>
                  <a:pt x="86321" y="206388"/>
                  <a:pt x="86321" y="203006"/>
                </a:cubicBezTo>
                <a:lnTo>
                  <a:pt x="86321" y="153793"/>
                </a:lnTo>
                <a:cubicBezTo>
                  <a:pt x="86321" y="148131"/>
                  <a:pt x="90928" y="143523"/>
                  <a:pt x="96614" y="143523"/>
                </a:cubicBezTo>
                <a:lnTo>
                  <a:pt x="116295" y="143523"/>
                </a:lnTo>
                <a:cubicBezTo>
                  <a:pt x="121956" y="143523"/>
                  <a:pt x="126564" y="148131"/>
                  <a:pt x="126564" y="153793"/>
                </a:cubicBezTo>
                <a:lnTo>
                  <a:pt x="126564" y="203006"/>
                </a:lnTo>
                <a:cubicBezTo>
                  <a:pt x="126564" y="206388"/>
                  <a:pt x="129309" y="209133"/>
                  <a:pt x="132691" y="209133"/>
                </a:cubicBezTo>
                <a:lnTo>
                  <a:pt x="166072" y="209133"/>
                </a:lnTo>
                <a:cubicBezTo>
                  <a:pt x="178498" y="209133"/>
                  <a:pt x="188620" y="199036"/>
                  <a:pt x="188620" y="186610"/>
                </a:cubicBezTo>
                <a:lnTo>
                  <a:pt x="188620" y="123818"/>
                </a:lnTo>
                <a:lnTo>
                  <a:pt x="191757" y="123818"/>
                </a:lnTo>
                <a:cubicBezTo>
                  <a:pt x="196904" y="123818"/>
                  <a:pt x="201733" y="121833"/>
                  <a:pt x="205384" y="118181"/>
                </a:cubicBezTo>
                <a:cubicBezTo>
                  <a:pt x="212884" y="110682"/>
                  <a:pt x="212884" y="98476"/>
                  <a:pt x="205384" y="90977"/>
                </a:cubicBezTo>
                <a:lnTo>
                  <a:pt x="205384" y="90952"/>
                </a:lnTo>
                <a:lnTo>
                  <a:pt x="120069" y="5637"/>
                </a:lnTo>
                <a:cubicBezTo>
                  <a:pt x="116417" y="2010"/>
                  <a:pt x="111589" y="0"/>
                  <a:pt x="106442"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55">
            <a:hlinkClick r:id="" action="ppaction://hlinkshowjump?jump=previousslide"/>
          </p:cNvPr>
          <p:cNvSpPr/>
          <p:nvPr/>
        </p:nvSpPr>
        <p:spPr>
          <a:xfrm rot="-5400000">
            <a:off x="8841708" y="2282123"/>
            <a:ext cx="45000" cy="99900"/>
          </a:xfrm>
          <a:prstGeom prst="chevron">
            <a:avLst>
              <a:gd name="adj" fmla="val 10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55">
            <a:hlinkClick r:id="" action="ppaction://hlinkshowjump?jump=nextslide"/>
          </p:cNvPr>
          <p:cNvSpPr/>
          <p:nvPr/>
        </p:nvSpPr>
        <p:spPr>
          <a:xfrm rot="5400000">
            <a:off x="8835292" y="2755177"/>
            <a:ext cx="57600" cy="99900"/>
          </a:xfrm>
          <a:prstGeom prst="chevron">
            <a:avLst>
              <a:gd name="adj" fmla="val 10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Content Placeholder 1">
            <a:extLst>
              <a:ext uri="{FF2B5EF4-FFF2-40B4-BE49-F238E27FC236}">
                <a16:creationId xmlns:a16="http://schemas.microsoft.com/office/drawing/2014/main" id="{09915D74-1BC2-9284-5C03-7CF88C5711B6}"/>
              </a:ext>
            </a:extLst>
          </p:cNvPr>
          <p:cNvSpPr>
            <a:spLocks noGrp="1"/>
          </p:cNvSpPr>
          <p:nvPr>
            <p:ph type="body" idx="1"/>
          </p:nvPr>
        </p:nvSpPr>
        <p:spPr>
          <a:xfrm>
            <a:off x="720725" y="1073150"/>
            <a:ext cx="7702550" cy="3530600"/>
          </a:xfrm>
        </p:spPr>
        <p:txBody>
          <a:bodyPr>
            <a:noAutofit/>
          </a:bodyPr>
          <a:lstStyle/>
          <a:p>
            <a:pPr marL="0" indent="0">
              <a:buNone/>
            </a:pPr>
            <a:r>
              <a:rPr lang="en-US" sz="1700" dirty="0">
                <a:solidFill>
                  <a:schemeClr val="tx1"/>
                </a:solidFill>
                <a:latin typeface="Times New Roman" pitchFamily="18" charset="0"/>
                <a:cs typeface="Times New Roman" pitchFamily="18" charset="0"/>
              </a:rPr>
              <a:t>This website of Resort aims at creating an Online Resort Management system which can be used by customers to reserve resort rooms, read about resort, check resort gallery, etc. This website of resort will remove the hectic task of customers and executive for searching and booking rooms in resort. The system will help the administrative staff i.e. executive of the hotel to keep the daily and the history record details of the customers in proper Database. Customer can book rooms in advance seating anywhere across the world. The resort website will allow customer to remotely access to resort database only for customer after the authorization procedures. The customer could search, book rooms and give feedback. </a:t>
            </a:r>
            <a:r>
              <a:rPr lang="en-IN" sz="1700" dirty="0">
                <a:solidFill>
                  <a:schemeClr val="tx1"/>
                </a:solidFill>
                <a:latin typeface="Times New Roman" pitchFamily="18" charset="0"/>
                <a:cs typeface="Times New Roman" pitchFamily="18" charset="0"/>
              </a:rPr>
              <a:t>The administrator will know the details of reservations. Admin will also manage all the things for the resort.</a:t>
            </a:r>
          </a:p>
          <a:p>
            <a:endParaRPr lang="en-IN" sz="17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Tree>
    <p:extLst>
      <p:ext uri="{BB962C8B-B14F-4D97-AF65-F5344CB8AC3E}">
        <p14:creationId xmlns:p14="http://schemas.microsoft.com/office/powerpoint/2010/main" val="2271641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Tree>
    <p:extLst>
      <p:ext uri="{BB962C8B-B14F-4D97-AF65-F5344CB8AC3E}">
        <p14:creationId xmlns:p14="http://schemas.microsoft.com/office/powerpoint/2010/main" val="3245939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Tree>
    <p:extLst>
      <p:ext uri="{BB962C8B-B14F-4D97-AF65-F5344CB8AC3E}">
        <p14:creationId xmlns:p14="http://schemas.microsoft.com/office/powerpoint/2010/main" val="1777491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Shape 366"/>
        <p:cNvGrpSpPr/>
        <p:nvPr/>
      </p:nvGrpSpPr>
      <p:grpSpPr>
        <a:xfrm>
          <a:off x="0" y="0"/>
          <a:ext cx="0" cy="0"/>
          <a:chOff x="0" y="0"/>
          <a:chExt cx="0" cy="0"/>
        </a:xfrm>
      </p:grpSpPr>
      <p:sp>
        <p:nvSpPr>
          <p:cNvPr id="368" name="Google Shape;368;p54"/>
          <p:cNvSpPr txBox="1">
            <a:spLocks noGrp="1"/>
          </p:cNvSpPr>
          <p:nvPr>
            <p:ph type="ctrTitle"/>
          </p:nvPr>
        </p:nvSpPr>
        <p:spPr>
          <a:xfrm>
            <a:off x="1371600" y="1747662"/>
            <a:ext cx="6400800" cy="1463675"/>
          </a:xfrm>
        </p:spPr>
        <p:txBody>
          <a:bodyPr spcFirstLastPara="1" wrap="square" lIns="0" tIns="0" rIns="0" bIns="0" anchor="ctr" anchorCtr="0">
            <a:noAutofit/>
          </a:bodyPr>
          <a:lstStyle/>
          <a:p>
            <a:pPr lvl="0"/>
            <a:r>
              <a:rPr lang="en-IN" dirty="0"/>
              <a:t>Thank you!</a:t>
            </a:r>
          </a:p>
        </p:txBody>
      </p:sp>
      <p:cxnSp>
        <p:nvCxnSpPr>
          <p:cNvPr id="371" name="Google Shape;371;p54"/>
          <p:cNvCxnSpPr>
            <a:cxnSpLocks/>
          </p:cNvCxnSpPr>
          <p:nvPr/>
        </p:nvCxnSpPr>
        <p:spPr>
          <a:xfrm flipH="1">
            <a:off x="713275" y="269082"/>
            <a:ext cx="7698888" cy="18"/>
          </a:xfrm>
          <a:prstGeom prst="straightConnector1">
            <a:avLst/>
          </a:prstGeom>
          <a:noFill/>
          <a:ln w="9525" cap="flat" cmpd="sng">
            <a:solidFill>
              <a:schemeClr val="dk2"/>
            </a:solidFill>
            <a:prstDash val="solid"/>
            <a:round/>
            <a:headEnd type="none" w="med" len="med"/>
            <a:tailEnd type="none" w="med" len="med"/>
          </a:ln>
        </p:spPr>
      </p:cxnSp>
      <p:cxnSp>
        <p:nvCxnSpPr>
          <p:cNvPr id="373" name="Google Shape;373;p54"/>
          <p:cNvCxnSpPr>
            <a:cxnSpLocks/>
          </p:cNvCxnSpPr>
          <p:nvPr/>
        </p:nvCxnSpPr>
        <p:spPr>
          <a:xfrm flipV="1">
            <a:off x="731838" y="4874250"/>
            <a:ext cx="7697087" cy="169"/>
          </a:xfrm>
          <a:prstGeom prst="straightConnector1">
            <a:avLst/>
          </a:prstGeom>
          <a:noFill/>
          <a:ln w="952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1035599242"/>
      </p:ext>
    </p:extLst>
  </p:cSld>
  <p:clrMapOvr>
    <a:masterClrMapping/>
  </p:clrMapOvr>
</p:sld>
</file>

<file path=ppt/theme/theme1.xml><?xml version="1.0" encoding="utf-8"?>
<a:theme xmlns:a="http://schemas.openxmlformats.org/drawingml/2006/main" name="Hotel Chain Company Profile by Slidesgo">
  <a:themeElements>
    <a:clrScheme name="Simple Light">
      <a:dk1>
        <a:srgbClr val="1B1B1B"/>
      </a:dk1>
      <a:lt1>
        <a:srgbClr val="F4EAE5"/>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B1B1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155</Words>
  <Application>Microsoft Office PowerPoint</Application>
  <PresentationFormat>On-screen Show (16:9)</PresentationFormat>
  <Paragraphs>4</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Times New Roman</vt:lpstr>
      <vt:lpstr>Nanum Gothic</vt:lpstr>
      <vt:lpstr>Arial</vt:lpstr>
      <vt:lpstr>Roboto Condensed Light</vt:lpstr>
      <vt:lpstr>Abhaya Libre</vt:lpstr>
      <vt:lpstr>Hotel Chain Company Profile by Slidesgo</vt:lpstr>
      <vt:lpstr>Radha Farm</vt:lpstr>
      <vt:lpstr>Abstract </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Radha Farm</dc:title>
  <dc:creator>Kaveri Kadam</dc:creator>
  <cp:lastModifiedBy>Kaveri Kadam</cp:lastModifiedBy>
  <cp:revision>3</cp:revision>
  <dcterms:modified xsi:type="dcterms:W3CDTF">2024-07-19T15:59:18Z</dcterms:modified>
</cp:coreProperties>
</file>